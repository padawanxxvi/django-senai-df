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63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29621-46F8-47B1-A0D2-FD8EC8F9C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03/07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E851E0-4968-411E-A987-29E83A4A7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Sexta-Feira</a:t>
            </a:r>
          </a:p>
        </p:txBody>
      </p:sp>
    </p:spTree>
    <p:extLst>
      <p:ext uri="{BB962C8B-B14F-4D97-AF65-F5344CB8AC3E}">
        <p14:creationId xmlns:p14="http://schemas.microsoft.com/office/powerpoint/2010/main" val="177094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DEBEA-EED8-4065-A433-F8D7963D1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7400" y="1524000"/>
            <a:ext cx="7772400" cy="1470025"/>
          </a:xfrm>
        </p:spPr>
        <p:txBody>
          <a:bodyPr/>
          <a:lstStyle/>
          <a:p>
            <a:r>
              <a:rPr lang="pt-BR" dirty="0" err="1"/>
              <a:t>Model</a:t>
            </a:r>
            <a:r>
              <a:rPr lang="pt-BR" dirty="0"/>
              <a:t>(modelo) </a:t>
            </a:r>
            <a:r>
              <a:rPr lang="pt-BR" dirty="0" err="1"/>
              <a:t>View</a:t>
            </a:r>
            <a:r>
              <a:rPr lang="pt-BR" dirty="0"/>
              <a:t> (tela)  </a:t>
            </a:r>
            <a:r>
              <a:rPr lang="pt-BR" dirty="0" err="1"/>
              <a:t>Controller</a:t>
            </a:r>
            <a:r>
              <a:rPr lang="pt-BR" dirty="0"/>
              <a:t> (rotas e regra negócio)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400FE7-3C01-4032-835E-60B0B0C4B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0700" y="3581400"/>
            <a:ext cx="10134600" cy="1752600"/>
          </a:xfrm>
        </p:spPr>
        <p:txBody>
          <a:bodyPr/>
          <a:lstStyle/>
          <a:p>
            <a:r>
              <a:rPr lang="pt-BR" b="1" dirty="0">
                <a:highlight>
                  <a:srgbClr val="FFFF00"/>
                </a:highlight>
              </a:rPr>
              <a:t>M </a:t>
            </a:r>
            <a:r>
              <a:rPr lang="pt-BR" dirty="0"/>
              <a:t>(</a:t>
            </a:r>
            <a:r>
              <a:rPr lang="pt-BR" dirty="0" err="1"/>
              <a:t>model</a:t>
            </a:r>
            <a:r>
              <a:rPr lang="pt-BR" dirty="0"/>
              <a:t>) </a:t>
            </a:r>
            <a:r>
              <a:rPr lang="pt-BR" b="1" dirty="0" err="1">
                <a:highlight>
                  <a:srgbClr val="FFFF00"/>
                </a:highlight>
              </a:rPr>
              <a:t>T</a:t>
            </a:r>
            <a:r>
              <a:rPr lang="pt-BR" dirty="0" err="1"/>
              <a:t>emplate</a:t>
            </a:r>
            <a:r>
              <a:rPr lang="pt-BR" dirty="0"/>
              <a:t> (telas) </a:t>
            </a:r>
            <a:r>
              <a:rPr lang="pt-BR" b="1" dirty="0" err="1">
                <a:highlight>
                  <a:srgbClr val="FFFF00"/>
                </a:highlight>
              </a:rPr>
              <a:t>V</a:t>
            </a:r>
            <a:r>
              <a:rPr lang="pt-BR" dirty="0" err="1"/>
              <a:t>iew</a:t>
            </a:r>
            <a:r>
              <a:rPr lang="pt-BR" dirty="0"/>
              <a:t> (regra de negócio)</a:t>
            </a:r>
          </a:p>
        </p:txBody>
      </p:sp>
    </p:spTree>
    <p:extLst>
      <p:ext uri="{BB962C8B-B14F-4D97-AF65-F5344CB8AC3E}">
        <p14:creationId xmlns:p14="http://schemas.microsoft.com/office/powerpoint/2010/main" val="48186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31</Words>
  <Application>Microsoft Office PowerPoint</Application>
  <PresentationFormat>Personalizar</PresentationFormat>
  <Paragraphs>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03/07</vt:lpstr>
      <vt:lpstr>Model(modelo) View (tela)  Controller (rotas e regra negócio)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PROFESSOR</dc:creator>
  <cp:lastModifiedBy>PROFESSOR</cp:lastModifiedBy>
  <cp:revision>5</cp:revision>
  <dcterms:created xsi:type="dcterms:W3CDTF">2006-08-16T00:00:00Z</dcterms:created>
  <dcterms:modified xsi:type="dcterms:W3CDTF">2026-06-10T21:10:14Z</dcterms:modified>
</cp:coreProperties>
</file>